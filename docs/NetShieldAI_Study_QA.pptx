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NETSHIELD AI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41248" y="32004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Study Guide — 12 Deep-Dive Questions &amp; Answers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41248" y="37947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· Preprocessing · Architecture · Models · Metrics · Backend · Feedback Loop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— CICIDS2017</a:t>
            </a:r>
            <a:endParaRPr lang="en-US" sz="2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1206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1220"/>
                          </a:solidFill>
                        </a:rPr>
                        <a:t>Category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1220"/>
                          </a:solidFill>
                        </a:rPr>
                        <a:t>Rows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1F5F9"/>
                          </a:solidFill>
                        </a:rPr>
                        <a:t>BENIGN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1F5F9"/>
                          </a:solidFill>
                        </a:rPr>
                        <a:t>2,096,484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1F5F9"/>
                          </a:solidFill>
                        </a:rPr>
                        <a:t>DoS / DDoS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1F5F9"/>
                          </a:solidFill>
                        </a:rPr>
                        <a:t>321,764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1F5F9"/>
                          </a:solidFill>
                        </a:rPr>
                        <a:t>Port Scanning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1F5F9"/>
                          </a:solidFill>
                        </a:rPr>
                        <a:t>90,819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1F5F9"/>
                          </a:solidFill>
                        </a:rPr>
                        <a:t>Brute Force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1F5F9"/>
                          </a:solidFill>
                        </a:rPr>
                        <a:t>10,622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1F5F9"/>
                          </a:solidFill>
                        </a:rPr>
                        <a:t>Botnet Activity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1F5F9"/>
                          </a:solidFill>
                        </a:rPr>
                        <a:t>1,954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1F5F9"/>
                          </a:solidFill>
                        </a:rPr>
                        <a:t>Malware Traffic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1F5F9"/>
                          </a:solidFill>
                        </a:rPr>
                        <a:t>684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1F5F9"/>
                          </a:solidFill>
                        </a:rPr>
                        <a:t>Data Exfiltration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1F5F9"/>
                          </a:solidFill>
                        </a:rPr>
                        <a:t>36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89320" y="1600200"/>
            <a:ext cx="56692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CSV files, one per capture session (Mon–Fri, some split morning/afternoon)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2,522,363 rows survive after cleaning &amp; de-duplication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= one network flow (not one packet) — pre-aggregated by the dataset's own tool (CICFlowMeter)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raw columns per file, including a documented duplicate: “Fwd Header Length” appears twice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attack labels are rolled into 6 categories + BENIGN via a fixed mapping table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Exfiltration: only 36 raw samples — flagged automatically as too few to trust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Column Captures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10048" cy="1005840"/>
          </a:xfrm>
          <a:prstGeom prst="roundRect">
            <a:avLst>
              <a:gd name="adj" fmla="val 6364"/>
            </a:avLst>
          </a:prstGeom>
          <a:solidFill>
            <a:srgbClr val="141B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83080"/>
            <a:ext cx="504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504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Duration, Total Fwd/Bwd Packets &amp; Bytes — how big/long the flow was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6233008" y="1691640"/>
            <a:ext cx="5410048" cy="1005840"/>
          </a:xfrm>
          <a:prstGeom prst="roundRect">
            <a:avLst>
              <a:gd name="adj" fmla="val 6364"/>
            </a:avLst>
          </a:prstGeom>
          <a:solidFill>
            <a:srgbClr val="141B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15888" y="1783080"/>
            <a:ext cx="504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Packet-size stats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15888" y="2103120"/>
            <a:ext cx="504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Fwd/Bwd Packet Length Max/Min/Mean/Std — shape of the packet-size distribution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48640" y="2862072"/>
            <a:ext cx="5410048" cy="1005840"/>
          </a:xfrm>
          <a:prstGeom prst="roundRect">
            <a:avLst>
              <a:gd name="adj" fmla="val 6364"/>
            </a:avLst>
          </a:prstGeom>
          <a:solidFill>
            <a:srgbClr val="141B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953512"/>
            <a:ext cx="504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3273552"/>
            <a:ext cx="504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Flow/Fwd/Bwd Bytes⁄s, Packets⁄s — throughput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233008" y="2862072"/>
            <a:ext cx="5410048" cy="1005840"/>
          </a:xfrm>
          <a:prstGeom prst="roundRect">
            <a:avLst>
              <a:gd name="adj" fmla="val 6364"/>
            </a:avLst>
          </a:prstGeom>
          <a:solidFill>
            <a:srgbClr val="141B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15888" y="2953512"/>
            <a:ext cx="504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Inter-arrival time (IAT)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15888" y="3273552"/>
            <a:ext cx="504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Mean/Std/Max/Min gaps between packets — attacks are often too regular or too rapid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4032504"/>
            <a:ext cx="5410048" cy="1005840"/>
          </a:xfrm>
          <a:prstGeom prst="roundRect">
            <a:avLst>
              <a:gd name="adj" fmla="val 6364"/>
            </a:avLst>
          </a:prstGeom>
          <a:solidFill>
            <a:srgbClr val="141B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4123944"/>
            <a:ext cx="504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flags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31520" y="4443984"/>
            <a:ext cx="504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FIN/SYN/RST/PSH/ACK/URG/CWE/ECE counts — connection-state signals (e.g. SYN floods)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233008" y="4032504"/>
            <a:ext cx="5410048" cy="1005840"/>
          </a:xfrm>
          <a:prstGeom prst="roundRect">
            <a:avLst>
              <a:gd name="adj" fmla="val 6364"/>
            </a:avLst>
          </a:prstGeom>
          <a:solidFill>
            <a:srgbClr val="141B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15888" y="4123944"/>
            <a:ext cx="504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/ Subflow / Window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15888" y="4443984"/>
            <a:ext cx="504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transfer stats, subflow packets/bytes, Init_Win_bytes — finer flow structure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48640" y="5202936"/>
            <a:ext cx="5410048" cy="1005840"/>
          </a:xfrm>
          <a:prstGeom prst="roundRect">
            <a:avLst>
              <a:gd name="adj" fmla="val 6364"/>
            </a:avLst>
          </a:prstGeom>
          <a:solidFill>
            <a:srgbClr val="141B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5294376"/>
            <a:ext cx="504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Active/Idle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31520" y="5614416"/>
            <a:ext cx="504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vs. quiet periods within the flow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233008" y="5202936"/>
            <a:ext cx="5410048" cy="1005840"/>
          </a:xfrm>
          <a:prstGeom prst="roundRect">
            <a:avLst>
              <a:gd name="adj" fmla="val 6364"/>
            </a:avLst>
          </a:prstGeom>
          <a:solidFill>
            <a:srgbClr val="2A1518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15888" y="5294376"/>
            <a:ext cx="504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Port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15888" y="5614416"/>
            <a:ext cx="504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— documented leakage feature (see Q2)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— Steps 1–6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Column normalization — strip pandas' auto “.1” duplicate suffixes; drop repeated columns keeping the first (fixes the duplicate Fwd Header Length)</a:t>
            </a:r>
            <a:endParaRPr lang="en-US" sz="15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Label normalization — CICIDS2017 encodes the same attack name inconsistently across files (replacement chars / en-dashes vs. plain hyphens); regex-normalized to one consistent form</a:t>
            </a:r>
            <a:endParaRPr lang="en-US" sz="15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Row cleaning — drop rows with a null/empty label; tag every row with its source_file</a:t>
            </a:r>
            <a:endParaRPr lang="en-US" sz="15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Infinity handling — Flow Bytes/s and Flow Packets/s can be inf when Flow Duration = 0; every inf/-inf → NaN</a:t>
            </a:r>
            <a:endParaRPr lang="en-US" sz="15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Exact-duplicate removal — 10.9% of rows (~308,000) are byte-for-byte duplicates, a capture-tool artifact. Dropped so the same row can't land in both train and test</a:t>
            </a:r>
            <a:endParaRPr lang="en-US" sz="15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Leakage removal — Destination Port excluded: attacks in this testbed target fixed ports, letting a model “cheat” instead of learning real behaviour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— The Math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1B2436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(median)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in column c → replaced with median(c)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TRAIN rows only — median chosen for robustness to the heavy right-skew in byte/rate columns.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1B2436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783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 (z-score)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148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x' = (x − μ_train) / σ_train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65176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rescaled to mean 0, std 1, using ONLY the training set's own mean/std — the “no leakage” rule.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11109960" cy="2011680"/>
          </a:xfrm>
          <a:prstGeom prst="roundRect">
            <a:avLst>
              <a:gd name="adj" fmla="val 3182"/>
            </a:avLst>
          </a:prstGeom>
          <a:solidFill>
            <a:srgbClr val="1B2436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42976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— 70% / 15% / 15%, at the WINDOW level, seed = 42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66344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carved out first (test_size = 0.15); validation then taken from what's left at 0.15/(1−0.15) ≈ 17.6%, landing at the intended 15% overall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by class label where class counts allow it — keeps rare categories represented in every split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76 raw features are already engineered by CICFlowMeter (the dataset's own flow exporter) — not built by this project</a:t>
            </a:r>
            <a:endParaRPr lang="en-US" sz="14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project's own feature engineering:</a:t>
            </a:r>
            <a:endParaRPr lang="en-US" sz="14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Leakage removal (Destination Port)</a:t>
            </a:r>
            <a:endParaRPr lang="en-US" sz="14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Temporal windowing — rows → (10, 76) sequence tensors (the biggest one — see Q8)</a:t>
            </a:r>
            <a:endParaRPr lang="en-US" sz="14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Evaluated: Random Forest importance ranking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949440" y="1691640"/>
            <a:ext cx="4663440" cy="4206240"/>
          </a:xfrm>
          <a:prstGeom prst="roundRect">
            <a:avLst>
              <a:gd name="adj" fmla="val 1522"/>
            </a:avLst>
          </a:prstGeom>
          <a:solidFill>
            <a:srgbClr val="1B2436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78040" y="18745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Importance (evaluated, not adopted)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78040" y="2514600"/>
            <a:ext cx="4206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RandomForestClassifier(200 trees, max_depth=20, class_weight=balanced), up to 150,000 sampled training rows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Gini importance (mean decrease in impurity)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helped the Autoencoder, hurt BiLSTM precision on several classes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adopted as default — kept as an opt-in --top-k-features flag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Step by Step</a:t>
            </a:r>
            <a:endParaRPr lang="en-US" sz="2500" dirty="0"/>
          </a:p>
        </p:txBody>
      </p:sp>
      <p:pic>
        <p:nvPicPr>
          <p:cNvPr id="4" name="Image 0" descr="E:\NetShield_AI\NetShieldAI1\docs\pipeline_flow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051560"/>
            <a:ext cx="4023360" cy="58338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00200"/>
            <a:ext cx="67665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Ingest — CSV(s) loaded, cleaned, deduplicated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Feature prep — impute → scale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Windowing — rows → (10, 76) sequences, never crossing a file boundary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Autoencoder scoring — every window gets a reconstruction-error score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Anomaly gate — error &gt; 0.834? No → “Normal”, done. Yes → step 6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BiLSTM classification — only anomalous windows reach here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Hybrid risk fusion — anomaly score + classifier confidence → Low/Medium/High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SHAP explanation — Medium/High alerts only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Alert written — CLI CSV, or backend → MySQL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Analyst feedback — human validates/corrects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Retrain — feedback feeds back into cyber_ai.train, closing the loop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Autoencoder Architecture</a:t>
            </a:r>
            <a:endParaRPr lang="en-US" sz="2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828800"/>
                <a:gridCol w="1463040"/>
                <a:gridCol w="44805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</a:rPr>
                        <a:t>Layer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</a:rPr>
                        <a:t>Output shape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</a:rPr>
                        <a:t>Params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Input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(10, 76)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raw window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encoder_lstm (LSTM 64)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(64,)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36,096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compress sequence → summary vector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Dropout 0.25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(64,)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regularization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latent_behavior (Dense 32, ReLU)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(32,)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2,080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bottleneck — forces only essentials kept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RepeatVector(10)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(10, 32)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broadcast bottleneck to 10 steps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decoder_lstm (LSTM 64, seq)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(10, 64)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24,832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reconstruct a sequence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Dropout 0.25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(10, 64)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regularization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TimeDistributed(Dense 76)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(10, 76)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4,940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reconstruct all 76 features/step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49240"/>
            <a:ext cx="5394960" cy="1051560"/>
          </a:xfrm>
          <a:prstGeom prst="roundRect">
            <a:avLst>
              <a:gd name="adj" fmla="val 6087"/>
            </a:avLst>
          </a:prstGeom>
          <a:solidFill>
            <a:srgbClr val="1B2436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54864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203,846 total params (67,948 trainable) · Loss: MSE · Optimizer: Adam (lr 0.001)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63640" y="5349240"/>
            <a:ext cx="5394960" cy="1051560"/>
          </a:xfrm>
          <a:prstGeom prst="roundRect">
            <a:avLst>
              <a:gd name="adj" fmla="val 6087"/>
            </a:avLst>
          </a:prstGeom>
          <a:solidFill>
            <a:srgbClr val="1B2436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92240" y="54864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ONLY on windows where every row is BENIGN — never sees an attack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BiLSTM Classifier Architecture</a:t>
            </a:r>
            <a:endParaRPr lang="en-US" sz="2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828800"/>
                <a:gridCol w="1463040"/>
                <a:gridCol w="44805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</a:rPr>
                        <a:t>Layer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</a:rPr>
                        <a:t>Output shape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</a:rPr>
                        <a:t>Params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Input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(10, 76)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same window shape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bilstm_context (BiLSTM 64/dir)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(10, 128)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72,192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reads window forward + backward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Dropout 0.25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(10, 128)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regularization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bilstm_summary (BiLSTM 32/dir)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(64,)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41,216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compress to summary vector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classification_hidden (Dense 64, ReLU)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(64,)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4,160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learned feature combination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Dropout 0.25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(64,)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regularization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threat_type (Dense 6, softmax)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(6,)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390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probability over 6 categories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6636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1B2436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53035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353,876 total params (117,958 trainable) · Loss: sparse categorical cross-entropy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63640" y="516636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1B2436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92240" y="53035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matters here: a 10-row window is a fixed, complete slice — the model can legitimately look both ways within it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Hyperparameters &amp; Class Imbalance</a:t>
            </a:r>
            <a:endParaRPr lang="en-US" sz="2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3949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Hyperparameter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Window size / stride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10 / 5 (50% overlap)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Latent dim (AE bottleneck)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32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LSTM units (first layer)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64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Dropout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Learning rate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0.001 (Adam)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Batch size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256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Epochs (each model)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Early stopping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patience 3, monitors val_loss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Train / val / test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70% / 15% / 15%, seed 42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263640" y="1600200"/>
            <a:ext cx="5394960" cy="4480560"/>
          </a:xfrm>
          <a:prstGeom prst="roundRect">
            <a:avLst>
              <a:gd name="adj" fmla="val 1429"/>
            </a:avLst>
          </a:prstGeom>
          <a:solidFill>
            <a:srgbClr val="1B2436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9224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(BiLSTM only)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92240" y="2286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w_c = N / (K × N_c)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92240" y="2880360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total training windows, K = number of classes, N_c = windows of class c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compute_class_weight('balanced')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classes (Data Exfiltration, Botnet) get a much larger loss weight than common ones (DoS/DDoS)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the model from just always predicting the majority class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How To Read It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126480" y="1600200"/>
            <a:ext cx="553212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pic>
        <p:nvPicPr>
          <p:cNvPr id="5" name="Image 0" descr="E:\NetShield_AI\NetShieldAI1\reports\figures\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5352" y="1719072"/>
            <a:ext cx="5294376" cy="4242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91640"/>
            <a:ext cx="53035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6×6 grid: row = TRUE category, column = PREDICTED category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= how many test-set windows had that (true, predicted) pair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diagonal = correct predictions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Off-diagonal cells show WHAT gets confused with WHAT — e.g. Botnet confuses more with Brute Force/Malware than with DoS/DDoS, because they're behaviourally more similar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9,652 true DoS/DDoS windows — 9,250 correct, only 279+82+41 misclassified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F1, ROC-AUC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737360"/>
          </a:xfrm>
          <a:prstGeom prst="roundRect">
            <a:avLst>
              <a:gd name="adj" fmla="val 3684"/>
            </a:avLst>
          </a:prstGeom>
          <a:solidFill>
            <a:srgbClr val="1B2436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37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 + FP)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“Of what I called it, how much really was?”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66160" cy="1737360"/>
          </a:xfrm>
          <a:prstGeom prst="roundRect">
            <a:avLst>
              <a:gd name="adj" fmla="val 3684"/>
            </a:avLst>
          </a:prstGeom>
          <a:solidFill>
            <a:srgbClr val="1B2436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6280" y="1737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 + FN)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2606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“Of what really was it, how much did I catch?”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593592" cy="1737360"/>
          </a:xfrm>
          <a:prstGeom prst="roundRect">
            <a:avLst>
              <a:gd name="adj" fmla="val 3684"/>
            </a:avLst>
          </a:prstGeom>
          <a:solidFill>
            <a:srgbClr val="1B2436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1737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75320" y="2103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2PR / (P + R)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75320" y="2606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— punishes a big P/R gap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6616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Precision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Recall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F1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220"/>
                          </a:solidFill>
                        </a:rPr>
                        <a:t>AUC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Botnet Activity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0.108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0.644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0.184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0.983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Brute Force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0.697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0.738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0.717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0.994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DoS / DDoS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0.999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0.958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0.978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0.999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Malware Traffic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0.180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0.960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0.304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0.998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Port Scanning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1.000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0.991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0.996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</a:rPr>
                        <a:t>0.999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≈ 1.0 even where precision is weak (Botnet: 0.983 AUC, 0.108 precision) — AUC only measures RANKING, not calibration. Always read it alongside precision/recall, never alone.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vs. BiLSTM vs. SHAP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1417320"/>
          </a:xfrm>
          <a:prstGeom prst="roundRect">
            <a:avLst>
              <a:gd name="adj" fmla="val 4516"/>
            </a:avLst>
          </a:prstGeom>
          <a:solidFill>
            <a:srgbClr val="1B2436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822960" cy="82296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92024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920240" y="22402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— unsupervised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0" y="1828800"/>
            <a:ext cx="6400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only “what normal looks like,” never sees an attack label. Cheap, runs on EVERY window. Knows something is wrong, not what.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94415" cy="1417320"/>
          </a:xfrm>
          <a:prstGeom prst="roundRect">
            <a:avLst>
              <a:gd name="adj" fmla="val 4516"/>
            </a:avLst>
          </a:prstGeom>
          <a:solidFill>
            <a:srgbClr val="1B2436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3566160"/>
            <a:ext cx="822960" cy="82296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566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920240" y="3429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920240" y="38404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classifier — supervised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0" y="3429000"/>
            <a:ext cx="6400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runs on windows the Autoencoder already flagged. Precise: given “probably something,” says WHAT KIND, from 6 trained categories.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11094415" cy="1417320"/>
          </a:xfrm>
          <a:prstGeom prst="roundRect">
            <a:avLst>
              <a:gd name="adj" fmla="val 4516"/>
            </a:avLst>
          </a:prstGeom>
          <a:solidFill>
            <a:srgbClr val="1B2436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5166360"/>
            <a:ext cx="822960" cy="8229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166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920240" y="5029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920240" y="5440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explainer — post-hoc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0" y="5029200"/>
            <a:ext cx="6400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participate in the decision. Applied AFTER a Medium/High alert exists, to answer “why did the model think this?”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Feedback Loop — How It Works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696669" cy="3931920"/>
          </a:xfrm>
          <a:prstGeom prst="roundRect">
            <a:avLst>
              <a:gd name="adj" fmla="val 3773"/>
            </a:avLst>
          </a:prstGeom>
          <a:solidFill>
            <a:srgbClr val="141B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0943" y="2148840"/>
            <a:ext cx="512064" cy="5120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169666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151378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reviews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1513789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Corrects/confirms a label via POST /api/feedback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2428189" y="1920240"/>
            <a:ext cx="1696669" cy="3931920"/>
          </a:xfrm>
          <a:prstGeom prst="roundRect">
            <a:avLst>
              <a:gd name="adj" fmla="val 3773"/>
            </a:avLst>
          </a:prstGeom>
          <a:solidFill>
            <a:srgbClr val="141B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20492" y="2148840"/>
            <a:ext cx="512064" cy="5120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2428189" y="2148840"/>
            <a:ext cx="169666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519629" y="2834640"/>
            <a:ext cx="151378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mapped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9629" y="3383280"/>
            <a:ext cx="1513789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“Normal” → BENIGN, so a false-positive correction doesn't become a fake attack label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4307738" y="1920240"/>
            <a:ext cx="1696669" cy="3931920"/>
          </a:xfrm>
          <a:prstGeom prst="roundRect">
            <a:avLst>
              <a:gd name="adj" fmla="val 3773"/>
            </a:avLst>
          </a:prstGeom>
          <a:solidFill>
            <a:srgbClr val="141B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00041" y="2148840"/>
            <a:ext cx="512064" cy="5120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4307738" y="2148840"/>
            <a:ext cx="169666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399178" y="2834640"/>
            <a:ext cx="151378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99178" y="3383280"/>
            <a:ext cx="1513789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Appended to data/feedback/validated_traffic.csv in the exact 76-feature layout cyber_ai.train expects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187288" y="1920240"/>
            <a:ext cx="1696669" cy="3931920"/>
          </a:xfrm>
          <a:prstGeom prst="roundRect">
            <a:avLst>
              <a:gd name="adj" fmla="val 3773"/>
            </a:avLst>
          </a:prstGeom>
          <a:solidFill>
            <a:srgbClr val="141B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79590" y="2148840"/>
            <a:ext cx="512064" cy="5120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6187288" y="2148840"/>
            <a:ext cx="169666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278728" y="2834640"/>
            <a:ext cx="151378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triggered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78728" y="3383280"/>
            <a:ext cx="1513789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/api/retrain → cyber_ai.train --feedback-csv ... runs in background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8066837" y="1920240"/>
            <a:ext cx="1696669" cy="3931920"/>
          </a:xfrm>
          <a:prstGeom prst="roundRect">
            <a:avLst>
              <a:gd name="adj" fmla="val 3773"/>
            </a:avLst>
          </a:prstGeom>
          <a:solidFill>
            <a:srgbClr val="141B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59139" y="2148840"/>
            <a:ext cx="512064" cy="5120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6" name="Text 24"/>
          <p:cNvSpPr/>
          <p:nvPr/>
        </p:nvSpPr>
        <p:spPr>
          <a:xfrm>
            <a:off x="8066837" y="2148840"/>
            <a:ext cx="169666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158277" y="2834640"/>
            <a:ext cx="151378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58277" y="3383280"/>
            <a:ext cx="1513789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rows go through identical cleaning/windowing/splitting as the original data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9946386" y="1920240"/>
            <a:ext cx="1696669" cy="3931920"/>
          </a:xfrm>
          <a:prstGeom prst="roundRect">
            <a:avLst>
              <a:gd name="adj" fmla="val 3773"/>
            </a:avLst>
          </a:prstGeom>
          <a:solidFill>
            <a:srgbClr val="1B2436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538689" y="2148840"/>
            <a:ext cx="512064" cy="51206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1" name="Text 29"/>
          <p:cNvSpPr/>
          <p:nvPr/>
        </p:nvSpPr>
        <p:spPr>
          <a:xfrm>
            <a:off x="9946386" y="2148840"/>
            <a:ext cx="1696669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0037826" y="2834640"/>
            <a:ext cx="151378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Auto-reloaded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37826" y="3383280"/>
            <a:ext cx="1513789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drops its cached model — next request uses the new weights, no restart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live: submitted feedback → triggered retrain → completed in ~8 minutes → re-scored the demo CSV and got consistent, correct predictions.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of Sequence Windowing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943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row (flow) doesn't show TEMPORAL behaviour — a DDoS burst or scan sweep is a pattern only across several consecutive flows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size 10, stride 5 → 50% overlap between consecutive windows — more training examples, smoother coverage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source_file first — a window can NEVER splice together the end of Monday's CSV with the start of Tuesday's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window's label = the label of its LAST row — “what's happening now, given the last 10 rows of context”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0" y="1645920"/>
            <a:ext cx="4754880" cy="4572000"/>
          </a:xfrm>
          <a:prstGeom prst="roundRect">
            <a:avLst>
              <a:gd name="adj" fmla="val 1400"/>
            </a:avLst>
          </a:prstGeom>
          <a:solidFill>
            <a:srgbClr val="1B2436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86600" y="18288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Window Rules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86600" y="2331720"/>
            <a:ext cx="42976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Autoencoder: EVERY row in the window must be BENIGN — checked via a rolling convolution (box filter over a binary BENIGN mask; keep windows where the sum = 10)</a:t>
            </a:r>
            <a:endParaRPr lang="en-US" sz="130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BiLSTM: only the LAST row must be a known attack category — lead-up rows can be mixed, since that's what a real attack's run-up looks like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Every Endpoint</a:t>
            </a:r>
            <a:endParaRPr lang="en-US" sz="2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4124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</a:rPr>
                        <a:t>Endpoint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</a:rPr>
                        <a:t>What happens internally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</a:rPr>
                        <a:t>GET /api/health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</a:rPr>
                        <a:t>Checks the cached model; reports degraded instead of crashing if it failed to load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</a:rPr>
                        <a:t>POST /api/ingest/csv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</a:rPr>
                        <a:t>Clean → impute/scale → window → AE → gate → BiLSTM → risk fusion → bulk-insert into alerts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</a:rPr>
                        <a:t>POST /api/ingest/demo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</a:rPr>
                        <a:t>Same, pointed at the repo's curated demo CSV — no upload needed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</a:rPr>
                        <a:t>GET /api/alerts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</a:rPr>
                        <a:t>Filtered (risk_level/category/source/batch), paginated SQL query, newest-first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</a:rPr>
                        <a:t>GET /api/alerts/{id}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</a:rPr>
                        <a:t>One row incl. full raw feature JSON + SHAP top features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 loads ONCE at startup (a cached singleton), not per-request — model load time alone would make per-request loading far too slow.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Every Endpoint (cont.)</a:t>
            </a:r>
            <a:endParaRPr lang="en-US" sz="2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4124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</a:rPr>
                        <a:t>Endpoint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1220"/>
                          </a:solidFill>
                        </a:rPr>
                        <a:t>What happens internally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</a:rPr>
                        <a:t>GET /api/stats/summary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</a:rPr>
                        <a:t>COUNT(*) GROUP BY risk_level / predicted_label — dashboard tile numbers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</a:rPr>
                        <a:t>GET /api/stats/timeseries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</a:rPr>
                        <a:t>Buckets ingested_at into fixed windows (bucket_seconds), counts per bucket — trend-chart data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</a:rPr>
                        <a:t>POST /api/feedback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</a:rPr>
                        <a:t>Maps label → writes to feedback table AND appends to the retraining CSV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</a:rPr>
                        <a:t>POST /api/retrain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</a:rPr>
                        <a:t>Spawns cyber_ai.train in a background thread; records a training_runs row; reloads the model on success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</a:rPr>
                        <a:t>GET /api/retrain / {id}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1F5F9"/>
                          </a:solidFill>
                        </a:rPr>
                        <a:t>Poll a run's status (running/completed/failed) and resulting metrics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of the Product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alert record per scored window: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410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window_start / window_end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441448"/>
            <a:ext cx="541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rows this window covers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33008" y="2148840"/>
            <a:ext cx="5410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source_file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33008" y="2441448"/>
            <a:ext cx="541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capture file it came from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008376"/>
            <a:ext cx="5410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actual_label / actual_category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300984"/>
            <a:ext cx="541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truth, when known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33008" y="3008376"/>
            <a:ext cx="5410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predicted_label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33008" y="3300984"/>
            <a:ext cx="541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Normal, or one of the 6 attack categories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867912"/>
            <a:ext cx="5410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160520"/>
            <a:ext cx="541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classifier's softmax probability (0 if never classified)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33008" y="3867912"/>
            <a:ext cx="5410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anomaly_score / is_anomaly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33008" y="4160520"/>
            <a:ext cx="541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reconstruction error, and the gate's boolean verdict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727448"/>
            <a:ext cx="5410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pipeline_action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020056"/>
            <a:ext cx="541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“Classified and alerted” or “Ignored as normal”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33008" y="4727448"/>
            <a:ext cx="5410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risk_score / risk_level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3008" y="5020056"/>
            <a:ext cx="541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0–1 number and its Low/Medium/High bucket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5586984"/>
            <a:ext cx="5410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top_classifier/anomaly_features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879592"/>
            <a:ext cx="541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JSON — Medium/High alerts only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33008" y="5586984"/>
            <a:ext cx="5410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76-feature vector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33008" y="5879592"/>
            <a:ext cx="541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the backend, for retraining / detail view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CSV + summary JSON (CLI), or as queryable rows in the alerts MySQL table via the API.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Stream Simulator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part of detection — a client of the backend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/api/ingest/csv scores a whole file in one instant — a live dashboard would see nothing, then everything, all at once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reads a CSV, splits into small chunks (default 15 rows), posts each chunk to /api/ingest/csv with a real sleep() between calls (default 2s)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against the demo CSV: plays out the exact scripted scene-by-scene narrative as a live sequence, not one JSON blob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0" y="1691640"/>
            <a:ext cx="4754880" cy="4389120"/>
          </a:xfrm>
          <a:prstGeom prst="roundRect">
            <a:avLst>
              <a:gd name="adj" fmla="val 1458"/>
            </a:avLst>
          </a:prstGeom>
          <a:solidFill>
            <a:srgbClr val="1B2436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86600" y="18745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Accepted Limitation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086600" y="233172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chunk is windowed independently — no state carried between HTTP requests — so a 10-row window straddling a chunk boundary is never scored.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086600" y="365760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a demo/dashboard feed; a real production stream would need a server-side stateful buffer instead.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Backend Actually Stores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1417320"/>
          </a:xfrm>
          <a:prstGeom prst="roundRect">
            <a:avLst>
              <a:gd name="adj" fmla="val 4516"/>
            </a:avLst>
          </a:prstGeom>
          <a:solidFill>
            <a:srgbClr val="1B2436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834640" y="1828800"/>
            <a:ext cx="8595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scored window: all output fields from Q10, plus the full 76-feature vector as a single JSON column (schema stays stable if features change), a batch_id, and ingested_at (real insertion time — what the timeseries chart buckets on).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11094415" cy="1417320"/>
          </a:xfrm>
          <a:prstGeom prst="roundRect">
            <a:avLst>
              <a:gd name="adj" fmla="val 4516"/>
            </a:avLst>
          </a:prstGeom>
          <a:solidFill>
            <a:srgbClr val="1B2436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61188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6118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feedback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34640" y="3429000"/>
            <a:ext cx="8595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Analyst-submitted corrections: which alert, the validated label, who submitted it, whether it was written to the retraining CSV.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094415" cy="1417320"/>
          </a:xfrm>
          <a:prstGeom prst="roundRect">
            <a:avLst>
              <a:gd name="adj" fmla="val 4516"/>
            </a:avLst>
          </a:prstGeom>
          <a:solidFill>
            <a:srgbClr val="1B2436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521208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2120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training_runs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34640" y="5029200"/>
            <a:ext cx="8595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retrain triggered via the API: status, feedback rows used, resulting metrics JSON, start/finish times, path to the full training log.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Study Guide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41248" y="36118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questions, answered from the actual code and the actual trained model.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560320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2026-08-27T15:12:56Z</dcterms:created>
  <dcterms:modified xsi:type="dcterms:W3CDTF">2026-08-27T15:12:56Z</dcterms:modified>
</cp:coreProperties>
</file>